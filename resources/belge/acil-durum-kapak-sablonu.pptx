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9144000" type="screen4x3"/>
  <p:notesSz cx="6797675" cy="992981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1500" y="1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6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342720" y="2139480"/>
            <a:ext cx="6034680" cy="5303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6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42720" y="2139480"/>
            <a:ext cx="6034680" cy="53028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6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42720" y="2139480"/>
            <a:ext cx="2944440" cy="53028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3434760" y="2139480"/>
            <a:ext cx="2944440" cy="53028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6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514440" y="1828800"/>
            <a:ext cx="5886000" cy="56134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6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42720" y="213948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42720" y="490896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3434760" y="2139480"/>
            <a:ext cx="2944440" cy="53028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6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42720" y="2139480"/>
            <a:ext cx="2944440" cy="53028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3434760" y="213948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3434760" y="490896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6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42720" y="213948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3434760" y="213948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342720" y="4908960"/>
            <a:ext cx="603396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6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42720" y="2139480"/>
            <a:ext cx="603468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42720" y="4908960"/>
            <a:ext cx="603468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6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42720" y="213948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434760" y="213948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3434760" y="490896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42720" y="490896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6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42720" y="213948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434760" y="2139480"/>
            <a:ext cx="2944440" cy="2529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/>
          <p:cNvSpPr/>
          <p:nvPr/>
        </p:nvSpPr>
        <p:spPr>
          <a:xfrm>
            <a:off x="0" y="294480"/>
            <a:ext cx="6857640" cy="3045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CustomShape 2"/>
          <p:cNvSpPr/>
          <p:nvPr/>
        </p:nvSpPr>
        <p:spPr>
          <a:xfrm>
            <a:off x="0" y="0"/>
            <a:ext cx="6857640" cy="487440"/>
          </a:xfrm>
          <a:prstGeom prst="rect">
            <a:avLst/>
          </a:prstGeom>
          <a:solidFill>
            <a:srgbClr val="629DD1"/>
          </a:solidFill>
        </p:spPr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514440" y="1828800"/>
            <a:ext cx="5886000" cy="2569320"/>
          </a:xfrm>
          <a:prstGeom prst="rect">
            <a:avLst/>
          </a:prstGeom>
        </p:spPr>
        <p:txBody>
          <a:bodyPr anchor="b"/>
          <a:lstStyle/>
          <a:p>
            <a:pPr>
              <a:lnSpc>
                <a:spcPct val="100000"/>
              </a:lnSpc>
            </a:pPr>
            <a:r>
              <a:rPr lang="tr-TR" sz="5400">
                <a:solidFill>
                  <a:srgbClr val="242852"/>
                </a:solidFill>
                <a:latin typeface="Arial"/>
              </a:rPr>
              <a:t>Ana başlık metnini düzenlemek için tıklayınAsıl başlık stili için tıklatın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dt"/>
          </p:nvPr>
        </p:nvSpPr>
        <p:spPr>
          <a:xfrm>
            <a:off x="343080" y="24480"/>
            <a:ext cx="2171520" cy="4384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tr-TR" sz="1200">
                <a:solidFill>
                  <a:srgbClr val="FFFFFF"/>
                </a:solidFill>
                <a:latin typeface="Arial"/>
              </a:rPr>
              <a:t>05.10.20</a:t>
            </a:r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ftr"/>
          </p:nvPr>
        </p:nvSpPr>
        <p:spPr>
          <a:xfrm>
            <a:off x="2571840" y="24480"/>
            <a:ext cx="3085920" cy="4384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5" name="PlaceHolder 6"/>
          <p:cNvSpPr>
            <a:spLocks noGrp="1"/>
          </p:cNvSpPr>
          <p:nvPr>
            <p:ph type="sldNum"/>
          </p:nvPr>
        </p:nvSpPr>
        <p:spPr>
          <a:xfrm>
            <a:off x="5715000" y="24480"/>
            <a:ext cx="799920" cy="4384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39EE51F9-8E16-4C72-9A7A-965F25169895}" type="slidenum">
              <a:rPr lang="tr-TR" sz="1400" b="1">
                <a:solidFill>
                  <a:srgbClr val="FFFFFF"/>
                </a:solidFill>
                <a:latin typeface="Arial"/>
              </a:rPr>
              <a:pPr>
                <a:lnSpc>
                  <a:spcPct val="100000"/>
                </a:lnSpc>
              </a:pPr>
              <a:t>‹#›</a:t>
            </a:fld>
            <a:endParaRPr/>
          </a:p>
        </p:txBody>
      </p:sp>
      <p:sp>
        <p:nvSpPr>
          <p:cNvPr id="6" name="Line 7"/>
          <p:cNvSpPr/>
          <p:nvPr/>
        </p:nvSpPr>
        <p:spPr>
          <a:xfrm>
            <a:off x="514080" y="4531320"/>
            <a:ext cx="5886720" cy="1800"/>
          </a:xfrm>
          <a:prstGeom prst="line">
            <a:avLst/>
          </a:prstGeom>
          <a:ln w="19080">
            <a:solidFill>
              <a:srgbClr val="242852"/>
            </a:solidFill>
            <a:round/>
          </a:ln>
        </p:spPr>
      </p:sp>
      <p:sp>
        <p:nvSpPr>
          <p:cNvPr id="7" name="PlaceHolder 8"/>
          <p:cNvSpPr>
            <a:spLocks noGrp="1"/>
          </p:cNvSpPr>
          <p:nvPr>
            <p:ph type="body"/>
          </p:nvPr>
        </p:nvSpPr>
        <p:spPr>
          <a:xfrm>
            <a:off x="342720" y="2139480"/>
            <a:ext cx="6034680" cy="5302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25000"/>
              <a:buFont typeface="StarSymbol"/>
              <a:buChar char=""/>
            </a:pPr>
            <a:r>
              <a:rPr lang="tr-TR"/>
              <a:t>Anahat metninin biçimini düzenlemek için tıklayın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tr-TR"/>
              <a:t>İkinci Anahat Düzeyi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tr-TR"/>
              <a:t>Üçüncü Anahat Düzeyi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tr-TR"/>
              <a:t>Dördüncü Anahat Düzeyi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tr-TR"/>
              <a:t>Beşinci Anahat Düzeyi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tr-TR"/>
              <a:t>Altıncı Anahat Düzeyi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tr-TR"/>
              <a:t>Yedinci Anahat Düzeyi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2"/>
          <p:cNvSpPr/>
          <p:nvPr/>
        </p:nvSpPr>
        <p:spPr>
          <a:xfrm>
            <a:off x="363257" y="2684688"/>
            <a:ext cx="6185520" cy="1514475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tr-TR" sz="1600" b="1" dirty="0"/>
          </a:p>
          <a:p>
            <a:pPr algn="ctr">
              <a:lnSpc>
                <a:spcPct val="100000"/>
              </a:lnSpc>
            </a:pPr>
            <a:r>
              <a:rPr lang="tr-TR" sz="2800" b="1" dirty="0"/>
              <a:t>ALTIN YAKUT YAPI ADİ ORTAKLIĞI </a:t>
            </a:r>
            <a:r>
              <a:rPr lang="tr-TR" sz="2800" b="1" dirty="0">
                <a:solidFill>
                  <a:srgbClr val="000000"/>
                </a:solidFill>
                <a:latin typeface="+mj-lt"/>
              </a:rPr>
              <a:t>ACİL DURUM EYLEM PLANI</a:t>
            </a:r>
            <a:endParaRPr sz="2800" b="1" dirty="0">
              <a:latin typeface="+mj-lt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485775" y="4610100"/>
            <a:ext cx="6076950" cy="1628775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tr-TR" sz="1600" b="1" dirty="0">
                <a:solidFill>
                  <a:srgbClr val="000000"/>
                </a:solidFill>
                <a:latin typeface="Arial"/>
              </a:rPr>
              <a:t>YAPILIŞ TARİHİ              : 26.03.2026</a:t>
            </a:r>
            <a:endParaRPr sz="2000" dirty="0"/>
          </a:p>
          <a:p>
            <a:pPr>
              <a:lnSpc>
                <a:spcPct val="100000"/>
              </a:lnSpc>
            </a:pPr>
            <a:r>
              <a:rPr lang="tr-TR" sz="1600" b="1" dirty="0">
                <a:solidFill>
                  <a:srgbClr val="000000"/>
                </a:solidFill>
                <a:latin typeface="Arial"/>
              </a:rPr>
              <a:t>GEÇERLİLİK TARİHİ      : 26.03.2028</a:t>
            </a:r>
          </a:p>
          <a:p>
            <a:pPr>
              <a:lnSpc>
                <a:spcPct val="100000"/>
              </a:lnSpc>
            </a:pPr>
            <a:r>
              <a:rPr lang="tr-TR" sz="1600" b="1" dirty="0">
                <a:solidFill>
                  <a:srgbClr val="000000"/>
                </a:solidFill>
                <a:latin typeface="Arial"/>
              </a:rPr>
              <a:t>SGK SİCİL NO: 4</a:t>
            </a:r>
            <a:r>
              <a:rPr lang="tr-TR" sz="1600" b="1" dirty="0"/>
              <a:t>4100010111205450770133000</a:t>
            </a:r>
            <a:r>
              <a:rPr lang="tr-TR" sz="1600" b="1" dirty="0">
                <a:solidFill>
                  <a:srgbClr val="000000"/>
                </a:solidFill>
                <a:latin typeface="Arial"/>
              </a:rPr>
              <a:t>               FİRMA ADRESİ:</a:t>
            </a:r>
            <a:r>
              <a:rPr lang="tr-TR" sz="1600" b="1" dirty="0"/>
              <a:t>MEHMET AKİF ERSOY MAHALLESİ 4091 SOK. 1380 ADA 9 PARSEL YALOVA MERKEZ NO:19/</a:t>
            </a:r>
            <a:r>
              <a:rPr lang="tr-TR" sz="1600" b="1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tr-TR" sz="1600" b="1" dirty="0"/>
              <a:t>NACE KODU: 41.00.01</a:t>
            </a:r>
          </a:p>
          <a:p>
            <a:pPr>
              <a:lnSpc>
                <a:spcPct val="100000"/>
              </a:lnSpc>
            </a:pPr>
            <a:endParaRPr lang="tr-TR" sz="1400" b="1" dirty="0"/>
          </a:p>
          <a:p>
            <a:pPr>
              <a:lnSpc>
                <a:spcPct val="100000"/>
              </a:lnSpc>
            </a:pPr>
            <a:endParaRPr lang="tr-TR" sz="1400" b="1" dirty="0"/>
          </a:p>
          <a:p>
            <a:pPr>
              <a:lnSpc>
                <a:spcPct val="100000"/>
              </a:lnSpc>
            </a:pPr>
            <a:endParaRPr lang="tr-TR" sz="1400" b="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Resim 7"/>
          <p:cNvPicPr/>
          <p:nvPr/>
        </p:nvPicPr>
        <p:blipFill>
          <a:blip r:embed="rId2"/>
          <a:stretch>
            <a:fillRect/>
          </a:stretch>
        </p:blipFill>
        <p:spPr>
          <a:xfrm>
            <a:off x="406800" y="6660360"/>
            <a:ext cx="6185520" cy="2074680"/>
          </a:xfrm>
          <a:prstGeom prst="rect">
            <a:avLst/>
          </a:prstGeom>
        </p:spPr>
      </p:pic>
      <p:pic>
        <p:nvPicPr>
          <p:cNvPr id="7" name="6 Resim" descr="YGO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442685"/>
            <a:ext cx="5095875" cy="2183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46</Words>
  <Application>Microsoft Office PowerPoint</Application>
  <PresentationFormat>Ekran Gösterisi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4" baseType="lpstr">
      <vt:lpstr>Arial</vt:lpstr>
      <vt:lpstr>StarSymbol</vt:lpstr>
      <vt:lpstr>Office Theme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mehmet özdemir</dc:creator>
  <cp:lastModifiedBy>mehmet özdemir</cp:lastModifiedBy>
  <cp:revision>34</cp:revision>
  <cp:lastPrinted>2026-03-02T10:08:52Z</cp:lastPrinted>
  <dcterms:modified xsi:type="dcterms:W3CDTF">2026-03-26T17:07:09Z</dcterms:modified>
</cp:coreProperties>
</file>